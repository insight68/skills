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22548"/>
            <a:ext cx="6096149" cy="698450"/>
          </a:xfrm>
          <a:prstGeom prst="roundRect">
            <a:avLst>
              <a:gd name="adj" fmla="val 10910"/>
            </a:avLst>
          </a:prstGeom>
          <a:solidFill>
            <a:srgbClr val="FFB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622548"/>
            <a:ext cx="634901" cy="698450"/>
          </a:xfrm>
          <a:prstGeom prst="rect">
            <a:avLst/>
          </a:prstGeom>
          <a:solidFill>
            <a:srgbClr val="FF9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6623" y="814536"/>
            <a:ext cx="1873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6401" y="725686"/>
            <a:ext cx="518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战略层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6401" y="1036737"/>
            <a:ext cx="5181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顶层战略规划 | Top-level Strategic Planning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422499"/>
            <a:ext cx="6096149" cy="698450"/>
          </a:xfrm>
          <a:prstGeom prst="roundRect">
            <a:avLst>
              <a:gd name="adj" fmla="val 10910"/>
            </a:avLst>
          </a:prstGeom>
          <a:solidFill>
            <a:srgbClr val="FF7A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422499"/>
            <a:ext cx="634901" cy="698450"/>
          </a:xfrm>
          <a:prstGeom prst="rect">
            <a:avLst/>
          </a:prstGeom>
          <a:solidFill>
            <a:srgbClr val="FF5C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8615" y="1619250"/>
            <a:ext cx="2240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6401" y="1525637"/>
            <a:ext cx="518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决策层 Decision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6401" y="1836688"/>
            <a:ext cx="5181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识别市场信号并决策 | Human+AI Collaboration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2222450"/>
            <a:ext cx="6096149" cy="698450"/>
          </a:xfrm>
          <a:prstGeom prst="roundRect">
            <a:avLst>
              <a:gd name="adj" fmla="val 10910"/>
            </a:avLst>
          </a:prstGeom>
          <a:solidFill>
            <a:srgbClr val="52A0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2222450"/>
            <a:ext cx="634901" cy="698450"/>
          </a:xfrm>
          <a:prstGeom prst="rect">
            <a:avLst/>
          </a:prstGeom>
          <a:solidFill>
            <a:srgbClr val="428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8615" y="2419201"/>
            <a:ext cx="2240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06401" y="2325588"/>
            <a:ext cx="518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业务调度层 Business Orchestration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6401" y="2636639"/>
            <a:ext cx="5181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调用基础技能或专家 | Skill Coordination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000" y="3022402"/>
            <a:ext cx="6096149" cy="698450"/>
          </a:xfrm>
          <a:prstGeom prst="roundRect">
            <a:avLst>
              <a:gd name="adj" fmla="val 10910"/>
            </a:avLst>
          </a:prstGeom>
          <a:solidFill>
            <a:srgbClr val="4DB7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1000" y="3022402"/>
            <a:ext cx="634901" cy="698450"/>
          </a:xfrm>
          <a:prstGeom prst="rect">
            <a:avLst/>
          </a:prstGeom>
          <a:solidFill>
            <a:srgbClr val="2E9F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351" y="3185815"/>
            <a:ext cx="2591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06401" y="3125539"/>
            <a:ext cx="518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基础技能库 Skill Library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6401" y="3436590"/>
            <a:ext cx="5181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原子类型的武器库 | Atomic Capabilities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1000" y="3822353"/>
            <a:ext cx="6096149" cy="698450"/>
          </a:xfrm>
          <a:prstGeom prst="roundRect">
            <a:avLst>
              <a:gd name="adj" fmla="val 10910"/>
            </a:avLst>
          </a:prstGeom>
          <a:solidFill>
            <a:srgbClr val="756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1000" y="3822353"/>
            <a:ext cx="634901" cy="698450"/>
          </a:xfrm>
          <a:prstGeom prst="rect">
            <a:avLst/>
          </a:prstGeom>
          <a:solidFill>
            <a:srgbClr val="634A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655" y="4023866"/>
            <a:ext cx="1565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06401" y="3925491"/>
            <a:ext cx="518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 Knowledge 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6401" y="4236541"/>
            <a:ext cx="5181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历史数据和知识的沉淀 | Historical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31050" y="1069777"/>
            <a:ext cx="2031950" cy="3003798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759625" y="1069777"/>
            <a:ext cx="0" cy="3003798"/>
          </a:xfrm>
          <a:prstGeom prst="line">
            <a:avLst/>
          </a:prstGeom>
          <a:noFill/>
          <a:ln w="57150">
            <a:solidFill>
              <a:srgbClr val="4A90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2100" y="1323677"/>
            <a:ext cx="14963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管理变革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27430" y="1742777"/>
            <a:ext cx="14963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人指挥人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7430" y="1974503"/>
            <a:ext cx="1496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→ 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27430" y="2234803"/>
            <a:ext cx="1496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AI辅助决策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7430" y="2587228"/>
            <a:ext cx="14963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↓ 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7430" y="2949178"/>
            <a:ext cx="1496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指挥专家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2100" y="3339703"/>
            <a:ext cx="149633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0"/>
              </a:spcBef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知识库与技能库管理从传统层级模式转向AI驱动的智能决策系统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5-Layer AI Architecture Framework</dc:title>
  <dc:subject>PptxGenJS Presentation</dc:subject>
  <dc:creator>Claude Code</dc:creator>
  <cp:lastModifiedBy>Claude Code</cp:lastModifiedBy>
  <cp:revision>1</cp:revision>
  <dcterms:created xsi:type="dcterms:W3CDTF">2026-02-10T01:29:05Z</dcterms:created>
  <dcterms:modified xsi:type="dcterms:W3CDTF">2026-02-10T01:29:05Z</dcterms:modified>
</cp:coreProperties>
</file>